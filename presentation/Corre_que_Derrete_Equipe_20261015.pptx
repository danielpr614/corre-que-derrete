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2c99aa0da744b9" /><Relationship Type="http://schemas.openxmlformats.org/officeDocument/2006/relationships/extended-properties" Target="/docProps/app.xml" Id="R9d8024172c404600" /><Relationship Type="http://schemas.openxmlformats.org/officeDocument/2006/relationships/officeDocument" Target="/ppt/presentation.xml" Id="Rf18826dafb054b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d924c3e4804267"/>
  </p:sldMasterIdLst>
  <p:notesMasterIdLst>
    <p:notesMasterId xmlns:r="http://schemas.openxmlformats.org/officeDocument/2006/relationships" r:id="R7ea4454c99ba46d7"/>
  </p:notesMasterIdLst>
  <p:sldIdLst>
    <p:sldId xmlns:r="http://schemas.openxmlformats.org/officeDocument/2006/relationships" id="256" r:id="R3cbbcaccc72b454d"/>
    <p:sldId xmlns:r="http://schemas.openxmlformats.org/officeDocument/2006/relationships" id="257" r:id="R3d7d032826954c3a"/>
    <p:sldId xmlns:r="http://schemas.openxmlformats.org/officeDocument/2006/relationships" id="258" r:id="Rbcabc42c86304589"/>
    <p:sldId xmlns:r="http://schemas.openxmlformats.org/officeDocument/2006/relationships" id="259" r:id="R4dcac49bd9d14305"/>
    <p:sldId xmlns:r="http://schemas.openxmlformats.org/officeDocument/2006/relationships" id="260" r:id="R081e0b3786344022"/>
    <p:sldId xmlns:r="http://schemas.openxmlformats.org/officeDocument/2006/relationships" id="261" r:id="R4dd1a92b0f604b6c"/>
    <p:sldId xmlns:r="http://schemas.openxmlformats.org/officeDocument/2006/relationships" id="262" r:id="R5780a82beb6c4f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1f3c3b8f044ee8" /><Relationship Type="http://schemas.openxmlformats.org/officeDocument/2006/relationships/slideMaster" Target="/ppt/slideMasters/slideMaster1.xml" Id="R1ad924c3e4804267" /><Relationship Type="http://schemas.openxmlformats.org/officeDocument/2006/relationships/notesMaster" Target="/ppt/notesMasters/notesMaster1.xml" Id="R7ea4454c99ba46d7" /><Relationship Type="http://schemas.openxmlformats.org/officeDocument/2006/relationships/presProps" Target="/ppt/presProps.xml" Id="R87479c60fc0b4598" /><Relationship Type="http://schemas.openxmlformats.org/officeDocument/2006/relationships/tableStyles" Target="/ppt/tableStyles.xml" Id="R2a149c86d0bd4ee5" /><Relationship Type="http://schemas.openxmlformats.org/officeDocument/2006/relationships/slide" Target="/ppt/slides/slide1.xml" Id="R3cbbcaccc72b454d" /><Relationship Type="http://schemas.openxmlformats.org/officeDocument/2006/relationships/slide" Target="/ppt/slides/slide2.xml" Id="R3d7d032826954c3a" /><Relationship Type="http://schemas.openxmlformats.org/officeDocument/2006/relationships/slide" Target="/ppt/slides/slide3.xml" Id="Rbcabc42c86304589" /><Relationship Type="http://schemas.openxmlformats.org/officeDocument/2006/relationships/slide" Target="/ppt/slides/slide4.xml" Id="R4dcac49bd9d14305" /><Relationship Type="http://schemas.openxmlformats.org/officeDocument/2006/relationships/slide" Target="/ppt/slides/slide5.xml" Id="R081e0b3786344022" /><Relationship Type="http://schemas.openxmlformats.org/officeDocument/2006/relationships/slide" Target="/ppt/slides/slide6.xml" Id="R4dd1a92b0f604b6c" /><Relationship Type="http://schemas.openxmlformats.org/officeDocument/2006/relationships/slide" Target="/ppt/slides/slide7.xml" Id="R5780a82beb6c4f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762c57d27e4e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cc01c4dc584fe1" /><Relationship Type="http://schemas.openxmlformats.org/officeDocument/2006/relationships/notesMaster" Target="/ppt/notesMasters/notesMaster1.xml" Id="Red9f6b25671648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78d41a0cde4ca9" /><Relationship Type="http://schemas.openxmlformats.org/officeDocument/2006/relationships/notesMaster" Target="/ppt/notesMasters/notesMaster1.xml" Id="R6406ccc02b3c44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61e704ac12446d" /><Relationship Type="http://schemas.openxmlformats.org/officeDocument/2006/relationships/notesMaster" Target="/ppt/notesMasters/notesMaster1.xml" Id="Rb52cba8c46624c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4665f89f844802" /><Relationship Type="http://schemas.openxmlformats.org/officeDocument/2006/relationships/notesMaster" Target="/ppt/notesMasters/notesMaster1.xml" Id="Rf0893be91dd545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f3d6d6ba624091" /><Relationship Type="http://schemas.openxmlformats.org/officeDocument/2006/relationships/notesMaster" Target="/ppt/notesMasters/notesMaster1.xml" Id="R5a232ad80ae54b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bcd4c8cf564c38" /><Relationship Type="http://schemas.openxmlformats.org/officeDocument/2006/relationships/notesMaster" Target="/ppt/notesMasters/notesMaster1.xml" Id="Ra46ea457151b4e0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a1828d20b84fdb" /><Relationship Type="http://schemas.openxmlformats.org/officeDocument/2006/relationships/notesMaster" Target="/ppt/notesMasters/notesMaster1.xml" Id="R5d77c2dd65da44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 nosso jogo é uma corrida lateral: um entregador precisa chegar ao cliente antes que o sorvete derreta. Vamos explicar a ideia rapidamente e mostrar o jogo funcionando.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Código do projeto Danielpr614/corre-que-derrete, implementação 23f755e. Enunciado do professor Pedro Cândido, seções 4 e 8. Relatos de Daniel em 07/10 e 15/10/2026. Capa com os três integrantes informados pelo usuário. Cena preparada pelo renderizador.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Escolhemos uma corrida curta e simples de controlar, voltada para colegas e jogadores iniciantes. O tema liga o calor à conservação do sorvete. O personagem corre sozinho, enquanto o jogador salta obstáculos e pega gelo para chegar ao cliente.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Código do projeto Danielpr614/corre-que-derrete, implementação 23f755e. Enunciado do professor Pedro Cândido, seções 4 e 8. Relatos de Daniel em 07/10 e 15/10/2026. docs/01-concepcao.md. Menu renderizado pelo código atual.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 calor reduz a barra com o tempo. Bater tira vinte pontos percentuais, e pegar gelo recupera até quinze, sem passar de cem. Por exemplo, um impacto com oitenta deixa sessenta. A rota tem mil e oitocentos metros em três trechos, cada vez mais rápidos. Para vencer, é preciso chegar com conservação acima de zero. Os pontos somam a distância e cem por gelo.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Código do projeto Danielpr614/corre-que-derrete, implementação 23f755e. Enunciado do professor Pedro Cândido, seções 4 e 8. Relatos de Daniel em 07/10 e 15/10/2026. game/run.py, entities.py e settings.py.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 menu inicia a corrida. Podemos pausar, retomar e chegar à tela de resultado. Por trás disso, o programa repete três ações: lê as teclas, calcula o que mudou e desenha a tela de novo. App recebe os comandos, Run aplica as regras e Renderer desenha. Para detectar um impacto, ele compara caixas invisíveis ao redor do jogador e dos objetos. No salto, a gravidade traz o personagem de volta ao chão. A câmera desloca o cenário e mantém o painel de informações parado. Na pausa, os dados da corrida não avançam.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Código do projeto Danielpr614/corre-que-derrete, implementação 23f755e. Enunciado do professor Pedro Cândido, seções 4 e 8. Relatos de Daniel em 07/10 e 15/10/2026. game/app.py:main, App.handle_event e App.update; Run.update; Player.update/rect; Renderer.draw. Colisão AABB com pygame.Rect.colliderect. Termos detalhados ficam nas notas e no manual. Diagrama simplificado.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 primeiro é o fundo em camadas: as nuvens andam devagar e as lojas mais rápido. Isso dá profundidade e se chama parallax. O segundo é a troca de desenhos: o personagem alterna seis poses para parecer que está correndo e usa duas no salto. Isso é animação por quadros. O terceiro são partículas: pequenos cristais, faíscas ou gotas que aparecem, se movem e somem. No código, cada partícula tem um tempo de vida. Vamos apontar esses três recursos durante a partida.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Código do projeto Danielpr614/corre-que-derrete, implementação 23f755e. Enunciado do professor Pedro Cândido, seções 4 e 8. Relatos de Daniel em 07/10 e 15/10/2026. game/parallax.py: velocidades das camadas; game/animation.py: seis quadros de corrida a 10 trocas/s e duas poses de salto; game/particles.py: posição, velocidade e vida, com limite de 100 partículas. Cenas preparadas e sequência real de quadros gerada pelo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O protótipo tinha formas simples e as primeiras regras de corrida e salto. Depois entraram cenário, animação e efeitos. Os testes mostraram problemas de nitidez, símbolos nas instruções e no rosto do cliente. As revisões corrigiram esses pontos e acrescentaram música. As duas primeiras imagens são capturas de Daniel no Windows. A terceira é uma cena do código atual. As regras e as telas também passaram por testes automatizados, além das partidas no Windows.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Código do projeto Danielpr614/corre-que-derrete, implementação 23f755e. Enunciado do professor Pedro Cândido, seções 4 e 8. Relatos de Daniel em 07/10 e 15/10/2026. docs/05-diario.md e docs/14-evidencias-e-evolucao.md. Captura do protótipo image(20261007-144107).png; revisão nativa anterior à correção do cliente image(20261007-162105).png; cena atual preparada pelo renderizador. 59 testes SDL dummy registrados em 15/10, sem medição de FPS real.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Fala sugerida</a:t>
            </a:r>
          </a:p>
          <a:p xmlns:a="http://schemas.openxmlformats.org/drawingml/2006/main">
            <a:r>
              <a:t>Agora vamos abrir o jogo e mostrar a corrida. Durante a partida, apontamos a coleta, o impacto, as camadas do fundo, a troca de poses e os efeitos. Pausamos uma vez, mostramos o áudio e retomamos. No resultado, mostramos reinício ou retorno ao menu. As escolhas de tema, corrida lateral, obstáculos e itens foram coletivas, de Daniel, John e Lucas. Daniel fez os testes no Windows. ChatGPT/Codex geraram grande parte do código e apoiaram os materiais, conforme registrado no projeto. A música é de HorrorPen, com licença CC BY 3.0. Usamos o enunciado e Python/Pygame, sem reutilizar código dos três jogos sugeridos pelo professor.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</a:t>
            </a:r>
          </a:p>
          <a:p xmlns:a="http://schemas.openxmlformats.org/drawingml/2006/main">
            <a:r>
              <a:t>Código do projeto Danielpr614/corre-que-derrete, implementação 23f755e. Enunciado do professor Pedro Cândido, seções 4 e 8. Relatos de Daniel em 07/10 e 15/10/2026. docs/06-fontes-e-ia.md e docs/16-equipe-e-entrega.md. Música House In a Forest Loop, HorrorPen, https://opengameart.org/content/loop-house-in-a-forest, licença https://creativecommons.org/licenses/by/3.0/. Python: python.org; Pygame: pygame.org; OpenAI: openai.com/chatgpt/. Imagem de resultado com estado preparado, não é uma partida humana.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bbc21585434c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f166220b85499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211e26728d4a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f497504cab42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59d47cd0c341f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f86f82b5a141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274616-BD5B-472A-B121-1864F5B3CC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6FC45D5-3E1D-4D82-9F88-B895462703D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A075C84-4952-4BD8-A27E-E07D4DD86F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74C311-CA5D-4A53-A3F8-93FC8A7F7A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EA195DE-FC60-4DB0-B15C-630AE386A5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B0D50FE-D0C5-4536-ABE1-D6344F6F1E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176B630-6EDE-4651-A72C-34DEBFE2D7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21633B5-454D-4930-A063-AC473A3BB9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2C0B70-A858-4E12-A677-B5A84B2CB8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DC4CB0E-12C2-4E14-97B8-0362F00364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8b8e83551a4c1b" /><Relationship Type="http://schemas.openxmlformats.org/officeDocument/2006/relationships/slideLayout" Target="/ppt/slideLayouts/slideLayout1.xml" Id="Rdfe9fa1b4a724aea" /><Relationship Type="http://schemas.openxmlformats.org/officeDocument/2006/relationships/slideLayout" Target="/ppt/slideLayouts/slideLayout2.xml" Id="R9231398769854e5c" /><Relationship Type="http://schemas.openxmlformats.org/officeDocument/2006/relationships/slideLayout" Target="/ppt/slideLayouts/slideLayout3.xml" Id="R574a3cab62a445db" /><Relationship Type="http://schemas.openxmlformats.org/officeDocument/2006/relationships/slideLayout" Target="/ppt/slideLayouts/slideLayout4.xml" Id="R7180337654ca47e6" /><Relationship Type="http://schemas.openxmlformats.org/officeDocument/2006/relationships/slideLayout" Target="/ppt/slideLayouts/slideLayout5.xml" Id="R9d047a5ee83d4b9d" /><Relationship Type="http://schemas.openxmlformats.org/officeDocument/2006/relationships/slideLayout" Target="/ppt/slideLayouts/slideLayout6.xml" Id="R753159e7f60a42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e9fa1b4a724aea"/>
    <p:sldLayoutId xmlns:r="http://schemas.openxmlformats.org/officeDocument/2006/relationships" id="2147483650" r:id="R9231398769854e5c"/>
    <p:sldLayoutId xmlns:r="http://schemas.openxmlformats.org/officeDocument/2006/relationships" id="2147483651" r:id="R574a3cab62a445db"/>
    <p:sldLayoutId xmlns:r="http://schemas.openxmlformats.org/officeDocument/2006/relationships" id="2147483652" r:id="R7180337654ca47e6"/>
    <p:sldLayoutId xmlns:r="http://schemas.openxmlformats.org/officeDocument/2006/relationships" id="2147483653" r:id="R9d047a5ee83d4b9d"/>
    <p:sldLayoutId xmlns:r="http://schemas.openxmlformats.org/officeDocument/2006/relationships" id="2147483654" r:id="R753159e7f60a42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0edc12c9c44983" /><Relationship Type="http://schemas.openxmlformats.org/officeDocument/2006/relationships/image" Target="/ppt/media/image.png" Id="R7535c247ea5843a8" /><Relationship Type="http://schemas.openxmlformats.org/officeDocument/2006/relationships/notesSlide" Target="/ppt/notesSlides/notesSlide1.xml" Id="Raa71e05ce8f04c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19e78b815947aa" /><Relationship Type="http://schemas.openxmlformats.org/officeDocument/2006/relationships/image" Target="/ppt/media/image2.png" Id="Raebd8e3ff6f94566" /><Relationship Type="http://schemas.openxmlformats.org/officeDocument/2006/relationships/notesSlide" Target="/ppt/notesSlides/notesSlide2.xml" Id="R6129ff0ea7154e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e88071ff224288" /><Relationship Type="http://schemas.openxmlformats.org/officeDocument/2006/relationships/notesSlide" Target="/ppt/notesSlides/notesSlide3.xml" Id="R493634f0e21b488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aefac350534656" /><Relationship Type="http://schemas.openxmlformats.org/officeDocument/2006/relationships/notesSlide" Target="/ppt/notesSlides/notesSlide4.xml" Id="R1042056c1bb74d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2259ed9f824a0a" /><Relationship Type="http://schemas.openxmlformats.org/officeDocument/2006/relationships/image" Target="/ppt/media/image3.png" Id="R0fe1545247164721" /><Relationship Type="http://schemas.openxmlformats.org/officeDocument/2006/relationships/image" Target="/ppt/media/image4.png" Id="Rb141184480854829" /><Relationship Type="http://schemas.openxmlformats.org/officeDocument/2006/relationships/image" Target="/ppt/media/image5.png" Id="Rfd71726878194350" /><Relationship Type="http://schemas.openxmlformats.org/officeDocument/2006/relationships/notesSlide" Target="/ppt/notesSlides/notesSlide5.xml" Id="Rd30adf43fade40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cb1c4d1cf44f9d" /><Relationship Type="http://schemas.openxmlformats.org/officeDocument/2006/relationships/image" Target="/ppt/media/image6.png" Id="R631de31c43564de3" /><Relationship Type="http://schemas.openxmlformats.org/officeDocument/2006/relationships/image" Target="/ppt/media/image7.png" Id="R49e0596575b1497b" /><Relationship Type="http://schemas.openxmlformats.org/officeDocument/2006/relationships/image" Target="/ppt/media/image8.png" Id="R6c2b527a09864f83" /><Relationship Type="http://schemas.openxmlformats.org/officeDocument/2006/relationships/notesSlide" Target="/ppt/notesSlides/notesSlide6.xml" Id="R73bc0d59fe194f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41c16d96ef4ab1" /><Relationship Type="http://schemas.openxmlformats.org/officeDocument/2006/relationships/image" Target="/ppt/media/image9.png" Id="R9f05c02cc84f486c" /><Relationship Type="http://schemas.openxmlformats.org/officeDocument/2006/relationships/notesSlide" Target="/ppt/notesSlides/notesSlide7.xml" Id="R9240bf47f5f040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6931F2-2AAC-4301-9963-E492BA06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Corre que Derrete!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F87812-282C-4200-91E4-75BAA93D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55F3F0-586C-4162-8991-1DAEE987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4667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Daniel Pena</a:t>
            </a:r>
          </a:p>
          <a:p xmlns:a="http://schemas.openxmlformats.org/drawingml/2006/main">
            <a:pPr>
              <a:def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John Lucas</a:t>
            </a:r>
          </a:p>
          <a:p xmlns:a="http://schemas.openxmlformats.org/drawingml/2006/main">
            <a:pPr>
              <a:def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Lucas Oliveira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6CCDC-20B6-4096-A153-3FDD3C2E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4762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Computação Gráfica</a:t>
            </a:r>
          </a:p>
          <a:p xmlns:a="http://schemas.openxmlformats.org/drawingml/2006/main">
            <a: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7º período de Engenharia da Computação</a:t>
            </a:r>
          </a:p>
          <a:p xmlns:a="http://schemas.openxmlformats.org/drawingml/2006/main">
            <a:pPr>
              <a:def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Professor Pedro Cândido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663C8D-7260-415E-A5B3-BA7C164954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5c247ea5843a8"/>
          <a:stretch xmlns:a="http://schemas.openxmlformats.org/drawingml/2006/main"/>
        </p:blipFill>
        <p:spPr>
          <a:xfrm xmlns:a="http://schemas.openxmlformats.org/drawingml/2006/main">
            <a:off x="5657850" y="1955899"/>
            <a:ext cx="5915025" cy="332720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4664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6DEEDB-2B1A-4823-859E-9B9B537A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A ideia do jogo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4FE1D3-1907-445C-A24D-C3E97885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B5C079-12F4-4F46-A253-C8A89F0D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Uma entrega em um dia quente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Corrida lateral 2D</a:t>
            </a:r>
          </a:p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Partidas de cerca de um minuto</a:t>
            </a:r>
          </a:p>
          <a:p xmlns:a="http://schemas.openxmlformats.org/drawingml/2006/main">
            <a:pPr>
              <a:def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Público: jogadores iniciantes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D5CED6-7764-4294-A11C-A274842F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Conceito inicial</a:t>
            </a:r>
          </a:p>
          <a:p xmlns:a="http://schemas.openxmlformats.org/drawingml/2006/main">
            <a:pPr>
              <a:def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Avançar, saltar obstáculos</a:t>
            </a:r>
          </a:p>
          <a:p xmlns:a="http://schemas.openxmlformats.org/drawingml/2006/main">
            <a:pPr>
              <a:def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e conservar o sorvete.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29649-CB58-4C8D-A3F1-4905B9FC60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bd8e3ff6f94566"/>
          <a:stretch xmlns:a="http://schemas.openxmlformats.org/drawingml/2006/main"/>
        </p:blipFill>
        <p:spPr>
          <a:xfrm xmlns:a="http://schemas.openxmlformats.org/drawingml/2006/main">
            <a:off x="5629275" y="1763316"/>
            <a:ext cx="5905500" cy="332184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4448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4F66CC-1746-4DBF-83E8-6D49E718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Regras e controles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AF7C9-0D0F-4705-8E21-B259F363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BDC22-C29E-48D2-B5F9-839219F3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38162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A barra começa em 100%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Calor: −2 pontos percentuais/s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Impacto: −20 pontos percentuais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Gelo: até +15, limitado a 100%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B3AF7-E62D-4EE1-B6F7-B664F3B5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66875"/>
            <a:ext cx="5048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Espaço ou cima: saltar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 ou Esc: pausar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Setas e Enter: menus</a:t>
            </a:r>
          </a:p>
          <a:p xmlns:a="http://schemas.openxmlformats.org/drawingml/2006/main">
            <a:pPr>
              <a:def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F11: tela cheia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F8629-ACCE-44D9-B3E4-8D7851F1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1.800 metros em três trechos</a:t>
            </a:r>
          </a:p>
          <a:p xmlns:a="http://schemas.openxmlformats.org/drawingml/2006/main">
            <a:pPr>
              <a:defRPr sz="2400" b="1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Mais velocidade e obstáculos mais próximos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B8429-1F93-4BC5-B217-6D544A3D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85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Chegou com sorvete: vitória. Barra zerada: derrota.</a:t>
            </a:r>
          </a:p>
          <a:p xmlns:a="http://schemas.openxmlformats.org/drawingml/2006/main">
            <a:pPr>
              <a:def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Pontos = metros inteiros + 100 por gelo.</a:t>
            </a:r>
          </a:p>
        </p:txBody>
      </p:sp>
    </p:spTree>
    <p:extLst>
      <p:ext uri="{BB962C8B-B14F-4D97-AF65-F5344CB8AC3E}">
        <p14:creationId xmlns:p14="http://schemas.microsoft.com/office/powerpoint/2010/main" val="16912036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A24E8A-E00A-4519-9695-255E80708C9F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6076950" y="2181225"/>
            <a:ext cx="0" cy="6381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5F83"/>
            </a:solidFill>
            <a:prstDash val="solid"/>
            <a:headEnd type="arrow" w="med" len="me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8D208-B38A-4B93-82CC-01227DB8773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458075" y="1871663"/>
            <a:ext cx="1323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5F83"/>
            </a:solidFill>
            <a:prstDash val="solid"/>
            <a:headEnd type="arrow" w="med" len="me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6317C-05B8-4AFE-B385-C5C64091DA5C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371850" y="1871663"/>
            <a:ext cx="1323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5F83"/>
            </a:solidFill>
            <a:prstDash val="solid"/>
            <a:tailEnd type="arrow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494F90-D2C6-429D-AAE9-961FFF8D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Como o jogo responde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0E405-5362-4963-8AAB-22AB812A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C8B51-27F4-475C-BF97-58F34A9C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762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CE9"/>
          </a:solidFill>
          <a:ln xmlns:a="http://schemas.openxmlformats.org/drawingml/2006/main" w="19050">
            <a:solidFill>
              <a:srgbClr val="275F8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Menu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18C05E-6B2C-45A0-BD06-E7C657BE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562100"/>
            <a:ext cx="2762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CE9"/>
          </a:solidFill>
          <a:ln xmlns:a="http://schemas.openxmlformats.org/drawingml/2006/main" w="19050">
            <a:solidFill>
              <a:srgbClr val="275F8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Corrida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9C532-76FC-4A7B-A31F-6AEF6B8A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562100"/>
            <a:ext cx="2762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CE9"/>
          </a:solidFill>
          <a:ln xmlns:a="http://schemas.openxmlformats.org/drawingml/2006/main" w="19050">
            <a:solidFill>
              <a:srgbClr val="275F8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Resultado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78D168-527B-4878-AE55-38341523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19400"/>
            <a:ext cx="2762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CE9"/>
          </a:solidFill>
          <a:ln xmlns:a="http://schemas.openxmlformats.org/drawingml/2006/main" w="19050">
            <a:solidFill>
              <a:srgbClr val="275F8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Pausa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1D803E-C909-46A8-A99B-E328CCF8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200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Iniciar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A46FB-3387-49BD-B4DA-1009F745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12001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Fim / reinício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9D946A-0E89-42CC-B166-5DA9F68B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955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 ou Esc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954529-2396-4595-8C7E-7CA07B52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1. Lê as teclas (app.py)</a:t>
            </a:r>
          </a:p>
          <a:p xmlns:a="http://schemas.openxmlformats.org/drawingml/2006/main">
            <a: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2. Calcula movimento, colisões e pontos (run.py e entities.py)</a:t>
            </a:r>
          </a:p>
          <a:p xmlns:a="http://schemas.openxmlformats.org/drawingml/2006/main">
            <a: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3. Desenha a tela de novo (graphics.py)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F32FFC-C977-4170-9148-D87FD745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Colisão: compara caixas invisíveis ao redor dos objetos.</a:t>
            </a:r>
          </a:p>
        </p:txBody>
      </p:sp>
    </p:spTree>
    <p:extLst>
      <p:ext uri="{BB962C8B-B14F-4D97-AF65-F5344CB8AC3E}">
        <p14:creationId xmlns:p14="http://schemas.microsoft.com/office/powerpoint/2010/main" val="1878080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7AADA1-D973-4E16-9A4D-A21780F1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Três efeitos que aparecem no jogo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94554A-8615-4CA6-9BB5-638D559A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475A9A-6FE9-456E-BBCF-442D2B8A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Fundo com profundidade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77D3CC-E4AA-4D58-94FE-77A99F92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Parallax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D6BE5-A23A-44EF-B3AC-777F87C4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144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Desenhos em sequência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B00DBC-6CAA-4404-9E98-423085D9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574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Animação por quadros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EE100D-6E65-48D4-8B0A-7D7F8829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144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Efeitos que aparecem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364BB1-984D-4254-8E97-5D6F30C1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574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75F83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275F83"/>
                </a:solidFill>
                <a:latin typeface="DejaVu Sans"/>
                <a:ea typeface="DejaVu Sans"/>
                <a:cs typeface="DejaVu Sans"/>
              </a:rPr>
              <a:t>Partículas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F1473-E87D-4A63-B863-AB503E2135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1545247164721"/>
          <a:stretch xmlns:a="http://schemas.openxmlformats.org/drawingml/2006/main"/>
        </p:blipFill>
        <p:spPr>
          <a:xfrm xmlns:a="http://schemas.openxmlformats.org/drawingml/2006/main">
            <a:off x="613833" y="2638425"/>
            <a:ext cx="3420533" cy="192405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2F17D3-2080-455A-A45D-15D1F6E124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1184480854829"/>
          <a:stretch xmlns:a="http://schemas.openxmlformats.org/drawingml/2006/main"/>
        </p:blipFill>
        <p:spPr>
          <a:xfrm xmlns:a="http://schemas.openxmlformats.org/drawingml/2006/main">
            <a:off x="4381500" y="3243263"/>
            <a:ext cx="3429000" cy="714375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5A2D38-126F-4D75-930D-0D6CA991BE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71726878194350"/>
          <a:stretch xmlns:a="http://schemas.openxmlformats.org/drawingml/2006/main"/>
        </p:blipFill>
        <p:spPr>
          <a:xfrm xmlns:a="http://schemas.openxmlformats.org/drawingml/2006/main">
            <a:off x="8157633" y="2638425"/>
            <a:ext cx="3420533" cy="19240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8A748D-5E22-4AE0-BEDB-27D10445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3429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Nuvens andam devagar.</a:t>
            </a:r>
          </a:p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Lojas andam mais rápido.</a:t>
            </a:r>
          </a:p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Isso dá profundidade.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0230B7-2D2B-4372-B7A1-43D2200E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886325"/>
            <a:ext cx="3429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A troca de poses faz</a:t>
            </a:r>
          </a:p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o personagem parecer</a:t>
            </a:r>
          </a:p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que está correndo.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176768-9869-46BF-8194-468AF677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86325"/>
            <a:ext cx="3429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Cristais, faíscas e gotas</a:t>
            </a:r>
          </a:p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aparecem por um instante</a:t>
            </a:r>
          </a:p>
          <a:p xmlns:a="http://schemas.openxmlformats.org/drawingml/2006/main">
            <a:pPr>
              <a:def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e depois somem.</a:t>
            </a:r>
          </a:p>
        </p:txBody>
      </p:sp>
    </p:spTree>
    <p:extLst>
      <p:ext uri="{BB962C8B-B14F-4D97-AF65-F5344CB8AC3E}">
        <p14:creationId xmlns:p14="http://schemas.microsoft.com/office/powerpoint/2010/main" val="8651867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31C314-E538-4C03-BA49-A241848F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Evolução do projeto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CADE9-CC8A-4FB4-840A-111C27A2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74437-69EA-4E4F-B37E-2CD432C803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de31c43564de3"/>
          <a:stretch xmlns:a="http://schemas.openxmlformats.org/drawingml/2006/main"/>
        </p:blipFill>
        <p:spPr>
          <a:xfrm xmlns:a="http://schemas.openxmlformats.org/drawingml/2006/main">
            <a:off x="609600" y="1897261"/>
            <a:ext cx="3429000" cy="2025253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E16820-E36A-4AD8-80B5-3502F3C728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e0596575b1497b"/>
          <a:stretch xmlns:a="http://schemas.openxmlformats.org/drawingml/2006/main"/>
        </p:blipFill>
        <p:spPr>
          <a:xfrm xmlns:a="http://schemas.openxmlformats.org/drawingml/2006/main">
            <a:off x="4381500" y="2009977"/>
            <a:ext cx="3429000" cy="1799821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21CF4-2324-4263-B202-F3F41DB2B7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2b527a09864f83"/>
          <a:stretch xmlns:a="http://schemas.openxmlformats.org/drawingml/2006/main"/>
        </p:blipFill>
        <p:spPr>
          <a:xfrm xmlns:a="http://schemas.openxmlformats.org/drawingml/2006/main">
            <a:off x="8153400" y="1945481"/>
            <a:ext cx="3429000" cy="1928813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DDF4D-5523-4F9B-BE5A-7437EC784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Protótipo</a:t>
            </a:r>
          </a:p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Captura no Windows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1CABC3-3270-467D-8030-A7A558D8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195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Revisão visual</a:t>
            </a:r>
          </a:p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Captura no Windows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3BB553-6A0E-4CF8-BE97-F1A24918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19575"/>
            <a:ext cx="342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Versão atual</a:t>
            </a:r>
          </a:p>
          <a:p xmlns:a="http://schemas.openxmlformats.org/drawingml/2006/main">
            <a:pPr>
              <a:def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Cena do renderizador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D930A-D170-4A3D-9B23-3CECC8CC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Melhorias: nitidez, instruções, rosto do cliente e música.</a:t>
            </a:r>
          </a:p>
        </p:txBody>
      </p:sp>
    </p:spTree>
    <p:extLst>
      <p:ext uri="{BB962C8B-B14F-4D97-AF65-F5344CB8AC3E}">
        <p14:creationId xmlns:p14="http://schemas.microsoft.com/office/powerpoint/2010/main" val="11239070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1C7A6A-AC6A-4720-AAF0-5EA402C2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Demonstração do jogo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C6F3D-F74D-4C91-9EFC-73614E39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526773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8A732A-DDEA-4916-809A-5F000B89F9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05c02cc84f486c"/>
          <a:stretch xmlns:a="http://schemas.openxmlformats.org/drawingml/2006/main"/>
        </p:blipFill>
        <p:spPr>
          <a:xfrm xmlns:a="http://schemas.openxmlformats.org/drawingml/2006/main">
            <a:off x="609600" y="1382316"/>
            <a:ext cx="6667500" cy="3750469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5C081-AD52-4535-9B75-18BE9F7D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52600"/>
            <a:ext cx="3857625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Corrida, coleta e impacto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Fundo, personagem e efeitos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Pausa, Áudio e reinício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31660C-C43C-4A7C-B9B0-C7D5C0D0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7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Concepção: Daniel, John e Lucas. Testes no Windows: Daniel.</a:t>
            </a:r>
          </a:p>
          <a:p xmlns:a="http://schemas.openxmlformats.org/drawingml/2006/main">
            <a: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IA: geração de grande parte do código e apoio aos materiais (ChatGPT/Codex).</a:t>
            </a:r>
          </a:p>
          <a:p xmlns:a="http://schemas.openxmlformats.org/drawingml/2006/main">
            <a:pPr>
              <a:def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203149"/>
                </a:solidFill>
                <a:latin typeface="DejaVu Sans"/>
                <a:ea typeface="DejaVu Sans"/>
                <a:cs typeface="DejaVu Sans"/>
              </a:rPr>
              <a:t>Música: House In a Forest Loop, HorrorPen, CC BY 3.0.</a:t>
            </a:r>
          </a:p>
        </p:txBody>
      </p:sp>
    </p:spTree>
    <p:extLst>
      <p:ext uri="{BB962C8B-B14F-4D97-AF65-F5344CB8AC3E}">
        <p14:creationId xmlns:p14="http://schemas.microsoft.com/office/powerpoint/2010/main" val="3595173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2026-10-15T15:43:00.0290000Z</dcterms:created>
  <dcterms:modified xsi:type="dcterms:W3CDTF">2026-10-15T15:43:00.0290000Z</dcterms:modified>
</coreProperties>
</file>