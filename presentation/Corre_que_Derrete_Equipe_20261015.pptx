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d1db5cce1408f" /><Relationship Type="http://schemas.openxmlformats.org/officeDocument/2006/relationships/extended-properties" Target="/docProps/app.xml" Id="Rf1cc03306a494f81" /><Relationship Type="http://schemas.openxmlformats.org/officeDocument/2006/relationships/officeDocument" Target="/ppt/presentation.xml" Id="Rd87cf5ff5672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393883b7b480e"/>
  </p:sldMasterIdLst>
  <p:notesMasterIdLst>
    <p:notesMasterId xmlns:r="http://schemas.openxmlformats.org/officeDocument/2006/relationships" r:id="Rd6a4d966fc834c09"/>
  </p:notesMasterIdLst>
  <p:sldIdLst>
    <p:sldId xmlns:r="http://schemas.openxmlformats.org/officeDocument/2006/relationships" id="256" r:id="R0f6d960b6fae454e"/>
    <p:sldId xmlns:r="http://schemas.openxmlformats.org/officeDocument/2006/relationships" id="257" r:id="Ra79547fa11dc4ce4"/>
    <p:sldId xmlns:r="http://schemas.openxmlformats.org/officeDocument/2006/relationships" id="258" r:id="R4facc099e2894d14"/>
    <p:sldId xmlns:r="http://schemas.openxmlformats.org/officeDocument/2006/relationships" id="259" r:id="Re164705af37b4cdb"/>
    <p:sldId xmlns:r="http://schemas.openxmlformats.org/officeDocument/2006/relationships" id="260" r:id="Rc63f8f7c1a824bef"/>
    <p:sldId xmlns:r="http://schemas.openxmlformats.org/officeDocument/2006/relationships" id="261" r:id="R1572048c78104ad9"/>
    <p:sldId xmlns:r="http://schemas.openxmlformats.org/officeDocument/2006/relationships" id="262" r:id="R6c0ee22aa20c4f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b6aaa081f403c" /><Relationship Type="http://schemas.openxmlformats.org/officeDocument/2006/relationships/slideMaster" Target="/ppt/slideMasters/slideMaster1.xml" Id="R548393883b7b480e" /><Relationship Type="http://schemas.openxmlformats.org/officeDocument/2006/relationships/notesMaster" Target="/ppt/notesMasters/notesMaster1.xml" Id="Rd6a4d966fc834c09" /><Relationship Type="http://schemas.openxmlformats.org/officeDocument/2006/relationships/presProps" Target="/ppt/presProps.xml" Id="R2200b9b58b5249a5" /><Relationship Type="http://schemas.openxmlformats.org/officeDocument/2006/relationships/tableStyles" Target="/ppt/tableStyles.xml" Id="Rbb838277ffe44fa7" /><Relationship Type="http://schemas.openxmlformats.org/officeDocument/2006/relationships/slide" Target="/ppt/slides/slide1.xml" Id="R0f6d960b6fae454e" /><Relationship Type="http://schemas.openxmlformats.org/officeDocument/2006/relationships/slide" Target="/ppt/slides/slide2.xml" Id="Ra79547fa11dc4ce4" /><Relationship Type="http://schemas.openxmlformats.org/officeDocument/2006/relationships/slide" Target="/ppt/slides/slide3.xml" Id="R4facc099e2894d14" /><Relationship Type="http://schemas.openxmlformats.org/officeDocument/2006/relationships/slide" Target="/ppt/slides/slide4.xml" Id="Re164705af37b4cdb" /><Relationship Type="http://schemas.openxmlformats.org/officeDocument/2006/relationships/slide" Target="/ppt/slides/slide5.xml" Id="Rc63f8f7c1a824bef" /><Relationship Type="http://schemas.openxmlformats.org/officeDocument/2006/relationships/slide" Target="/ppt/slides/slide6.xml" Id="R1572048c78104ad9" /><Relationship Type="http://schemas.openxmlformats.org/officeDocument/2006/relationships/slide" Target="/ppt/slides/slide7.xml" Id="R6c0ee22aa20c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0a8df7115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04e0a315942b5" /><Relationship Type="http://schemas.openxmlformats.org/officeDocument/2006/relationships/notesMaster" Target="/ppt/notesMasters/notesMaster1.xml" Id="R4ad4d76e46ea40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5224afaf34db3" /><Relationship Type="http://schemas.openxmlformats.org/officeDocument/2006/relationships/notesMaster" Target="/ppt/notesMasters/notesMaster1.xml" Id="R7db29758b272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af4e52fc049ed" /><Relationship Type="http://schemas.openxmlformats.org/officeDocument/2006/relationships/notesMaster" Target="/ppt/notesMasters/notesMaster1.xml" Id="Rdcc655844f5643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311c689a8946b4" /><Relationship Type="http://schemas.openxmlformats.org/officeDocument/2006/relationships/notesMaster" Target="/ppt/notesMasters/notesMaster1.xml" Id="R1da377b1b51d45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3a9f756e5b4b4e" /><Relationship Type="http://schemas.openxmlformats.org/officeDocument/2006/relationships/notesMaster" Target="/ppt/notesMasters/notesMaster1.xml" Id="R9bb286e1f1fa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014f4977174638" /><Relationship Type="http://schemas.openxmlformats.org/officeDocument/2006/relationships/notesMaster" Target="/ppt/notesMasters/notesMaster1.xml" Id="R962a0602c781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1641d7170549a4" /><Relationship Type="http://schemas.openxmlformats.org/officeDocument/2006/relationships/notesMaster" Target="/ppt/notesMasters/notesMaster1.xml" Id="Rc36831ceffc7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nosso jogo é uma corrida lateral: um entregador precisa chegar ao cliente antes que o sorvete derreta. Vamos explicar a ideia rapidamente e mostrar o jogo funcionando.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Capa com os três integrantes informados pelo usuário. Cena preparada pelo renderizador.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Escolhemos uma corrida curta e simples de controlar, voltada para colegas e jogadores iniciantes. O tema liga o calor à conservação do sorvete. O personagem corre sozinho, enquanto o jogador salta obstáculos e pega gelo para chegar ao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docs/01-concepcao.md. Menu renderizado pelo código atual.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calor reduz a barra com o tempo. Bater tira vinte pontos percentuais, e pegar gelo recupera até quinze, sem passar de cem. Por exemplo, um impacto com oitenta deixa sessenta. A rota tem mil e oitocentos metros em três trechos. Ao chegar aos seiscentos e aos mil e duzentos metros, a velocidade aumenta e diminui o espaço entre os obstáculos. Para vencer, é preciso chegar com conservação acima de zero. Os pontos somam a distância e cem por gelo.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game/run.py, entities.py e settings.py.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menu inicia a corrida. Podemos pausar, retomar e chegar à tela de resultado. Por trás disso, o programa repete três ações: lê as teclas, calcula o que mudou e desenha a tela de novo. App recebe os comandos, Run aplica as regras e Renderer desenha. Para detectar um impacto, ele compara caixas invisíveis ao redor do jogador e dos objetos. No salto, a gravidade traz o personagem de volta ao chão. A câmera desloca o cenário e mantém o painel de informações parado. Na pausa, os dados da corrida não avançam.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game/app.py:main, App.handle_event e App.update; Run.update; Player.update/rect; Renderer.draw. Colisão AABB com pygame.Rect.colliderect. Termos detalhados ficam nas notas e no manual. Diagrama simplificado.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primeiro é o fundo em camadas: as nuvens andam devagar e as lojas mais rápido. Isso dá profundidade e se chama parallax. O segundo é a troca de desenhos: o personagem alterna seis poses para parecer que está correndo e usa duas no salto. Isso é animação por quadros. O terceiro são partículas: pequenos cristais, faíscas ou gotas que aparecem, se movem e somem. No código, cada partícula tem um tempo de vida. Vamos apontar esses três recursos durante a partida.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game/parallax.py: velocidades das camadas; game/animation.py: seis quadros de corrida a 10 trocas/s e duas poses de salto; game/particles.py: posição, velocidade e vida, com limite de 100 partículas. Cenas preparadas e sequência real de quadros gerada pelo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protótipo tinha formas simples e as primeiras regras de corrida e salto. Depois entraram cenário, animação e efeitos. Os testes mostraram problemas de nitidez, símbolos nas instruções e no rosto do cliente. As revisões corrigiram esses pontos e acrescentaram música. As duas primeiras imagens são capturas de Daniel no Windows. A terceira é uma cena do código atual. As regras e as telas também passaram por testes automatizados, além das partidas no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docs/05-diario.md e docs/14-evidencias-e-evolucao.md. Captura do protótipo image(20261007-144107).png; revisão nativa anterior à correção do cliente image(20261007-162105).png; cena atual preparada pelo renderizador. 59 testes SDL dummy registrados em 15/10, sem medição de FPS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Agora vamos abrir o jogo e mostrar a corrida. Durante a partida, apontamos a coleta, o impacto, as camadas do fundo, a troca de poses e os efeitos. Pausamos uma vez, mostramos o áudio e retomamos. No resultado, mostramos reinício ou retorno ao menu. As escolhas de tema, corrida lateral, obstáculos e itens foram coletivas, de Daniel, John e Lucas. Daniel fez os testes no Windows. ChatGPT/Codex geraram grande parte do código e apoiaram os materiais, conforme registrado no projeto. A música é de HorrorPen, com licença CC BY 3.0. Usamos o enunciado e Python/Pygame, sem reutilizar código dos três jogos sugeridos pelo professor.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Código do projeto Danielpr614/corre-que-derrete, implementação 23f755e. Enunciado do professor Pedro Cândido, seções 4 e 8. Relatos de Daniel em 07/10 e 15/10/2026. docs/06-fontes-e-ia.md e docs/16-equipe-e-entrega.md. Música House In a Forest Loop, HorrorPen, https://opengameart.org/content/loop-house-in-a-forest, licença https://creativecommons.org/licenses/by/3.0/. Python: python.org; Pygame: pygame.org; OpenAI: openai.com/chatgpt/. Imagem de resultado com estado preparado, não é uma partida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0fceccf944a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defc3003340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b3be56cae4c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dc3d1a3824c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7aa05c5449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3531bec1d47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C10FDF-BDE2-4B57-8865-FA32CCEB4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D914FA-2CB1-4248-A3DB-F9F0ED8C2E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1B9B38-08AF-486A-A775-0CA9CA0E7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B6BE5F-8556-49AA-81EA-290449F73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FBDCDC-7A49-4494-9B01-2A1A492E9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21C1AD-DCED-40B8-8D41-627406CC4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79E180-075E-43C5-B5CF-5535948B72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D6C8CE-8536-41AE-8AB0-3282C5B158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077CA9-1432-4F7F-9FA7-28600991B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9CA8DF-1273-4705-B761-701C97319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693d045b441d4" /><Relationship Type="http://schemas.openxmlformats.org/officeDocument/2006/relationships/slideLayout" Target="/ppt/slideLayouts/slideLayout1.xml" Id="R149b302c1fe14410" /><Relationship Type="http://schemas.openxmlformats.org/officeDocument/2006/relationships/slideLayout" Target="/ppt/slideLayouts/slideLayout2.xml" Id="R12bf642921b94e9b" /><Relationship Type="http://schemas.openxmlformats.org/officeDocument/2006/relationships/slideLayout" Target="/ppt/slideLayouts/slideLayout3.xml" Id="R6278e5edae4e48c2" /><Relationship Type="http://schemas.openxmlformats.org/officeDocument/2006/relationships/slideLayout" Target="/ppt/slideLayouts/slideLayout4.xml" Id="R6b3a7fe5056346f4" /><Relationship Type="http://schemas.openxmlformats.org/officeDocument/2006/relationships/slideLayout" Target="/ppt/slideLayouts/slideLayout5.xml" Id="R5b290155b1cd4359" /><Relationship Type="http://schemas.openxmlformats.org/officeDocument/2006/relationships/slideLayout" Target="/ppt/slideLayouts/slideLayout6.xml" Id="R23f25edcc1ee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b302c1fe14410"/>
    <p:sldLayoutId xmlns:r="http://schemas.openxmlformats.org/officeDocument/2006/relationships" id="2147483650" r:id="R12bf642921b94e9b"/>
    <p:sldLayoutId xmlns:r="http://schemas.openxmlformats.org/officeDocument/2006/relationships" id="2147483651" r:id="R6278e5edae4e48c2"/>
    <p:sldLayoutId xmlns:r="http://schemas.openxmlformats.org/officeDocument/2006/relationships" id="2147483652" r:id="R6b3a7fe5056346f4"/>
    <p:sldLayoutId xmlns:r="http://schemas.openxmlformats.org/officeDocument/2006/relationships" id="2147483653" r:id="R5b290155b1cd4359"/>
    <p:sldLayoutId xmlns:r="http://schemas.openxmlformats.org/officeDocument/2006/relationships" id="2147483654" r:id="R23f25edcc1ee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07d852e324b42" /><Relationship Type="http://schemas.openxmlformats.org/officeDocument/2006/relationships/image" Target="/ppt/media/image.png" Id="R4c98bf847ad64cba" /><Relationship Type="http://schemas.openxmlformats.org/officeDocument/2006/relationships/notesSlide" Target="/ppt/notesSlides/notesSlide1.xml" Id="R6079bb8aebc5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ee852645b4e35" /><Relationship Type="http://schemas.openxmlformats.org/officeDocument/2006/relationships/image" Target="/ppt/media/image2.png" Id="R9891d7a17db742d8" /><Relationship Type="http://schemas.openxmlformats.org/officeDocument/2006/relationships/notesSlide" Target="/ppt/notesSlides/notesSlide2.xml" Id="R68ec425260b7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88590f21745aa" /><Relationship Type="http://schemas.openxmlformats.org/officeDocument/2006/relationships/notesSlide" Target="/ppt/notesSlides/notesSlide3.xml" Id="R2f9875043b6f40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156cca23c4d8e" /><Relationship Type="http://schemas.openxmlformats.org/officeDocument/2006/relationships/notesSlide" Target="/ppt/notesSlides/notesSlide4.xml" Id="Ra0985ceb316f42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251964b6449a0" /><Relationship Type="http://schemas.openxmlformats.org/officeDocument/2006/relationships/image" Target="/ppt/media/image3.png" Id="Rbf0a021f48c4427d" /><Relationship Type="http://schemas.openxmlformats.org/officeDocument/2006/relationships/image" Target="/ppt/media/image4.png" Id="R65ebc3a016054394" /><Relationship Type="http://schemas.openxmlformats.org/officeDocument/2006/relationships/image" Target="/ppt/media/image5.png" Id="R56df4d0949a047a9" /><Relationship Type="http://schemas.openxmlformats.org/officeDocument/2006/relationships/notesSlide" Target="/ppt/notesSlides/notesSlide5.xml" Id="Rd8fc7b803c33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48078fd714619" /><Relationship Type="http://schemas.openxmlformats.org/officeDocument/2006/relationships/image" Target="/ppt/media/image6.png" Id="Rf500820161fc4dbb" /><Relationship Type="http://schemas.openxmlformats.org/officeDocument/2006/relationships/image" Target="/ppt/media/image7.png" Id="R45b9f7249dac412f" /><Relationship Type="http://schemas.openxmlformats.org/officeDocument/2006/relationships/image" Target="/ppt/media/image8.png" Id="R16d5bd1e03974727" /><Relationship Type="http://schemas.openxmlformats.org/officeDocument/2006/relationships/notesSlide" Target="/ppt/notesSlides/notesSlide6.xml" Id="Rd7e2a080c584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464a4696f49bb" /><Relationship Type="http://schemas.openxmlformats.org/officeDocument/2006/relationships/image" Target="/ppt/media/image9.png" Id="R41556c33e60845e0" /><Relationship Type="http://schemas.openxmlformats.org/officeDocument/2006/relationships/notesSlide" Target="/ppt/notesSlides/notesSlide7.xml" Id="R70f274079adf4b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63064-80E1-47DC-9C91-DE74747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Corre que Derrete!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C45A1-547E-4BF5-936A-AFD58A0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3CF29-4941-4432-A114-77A0154B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Daniel Pena</a:t>
            </a:r>
          </a:p>
          <a:p xmlns:a="http://schemas.openxmlformats.org/drawingml/2006/main">
            <a:pPr>
              <a:def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John Lucas</a:t>
            </a:r>
          </a:p>
          <a:p xmlns:a="http://schemas.openxmlformats.org/drawingml/2006/main">
            <a:pPr>
              <a:def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Lucas Oliveira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F34B1-DAE0-4DB4-8895-2B5D17EA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Computação Gráfica</a:t>
            </a:r>
          </a:p>
          <a:p xmlns:a="http://schemas.openxmlformats.org/drawingml/2006/main">
            <a:pPr>
              <a:def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7º período de Engenharia da Computação</a:t>
            </a:r>
          </a:p>
          <a:p xmlns:a="http://schemas.openxmlformats.org/drawingml/2006/main">
            <a:pPr>
              <a:def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Professor Pedro Cândido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9DDCE-C27A-4F02-A45B-E7D2491FD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8bf847ad64cba"/>
          <a:stretch xmlns:a="http://schemas.openxmlformats.org/drawingml/2006/main"/>
        </p:blipFill>
        <p:spPr>
          <a:xfrm xmlns:a="http://schemas.openxmlformats.org/drawingml/2006/main">
            <a:off x="5657850" y="1955899"/>
            <a:ext cx="5915025" cy="33272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58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39C6A-1E20-4CC3-9C84-48E40865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A ideia do jogo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B2DB8-41A4-4236-AE82-90EDE123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9E58-FEF7-4F02-A34F-DDC842A9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Uma entrega em um dia quente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Corrida lateral 2D</a:t>
            </a:r>
          </a:p>
          <a:p xmlns:a="http://schemas.openxmlformats.org/drawingml/2006/main">
            <a:pPr>
              <a:def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Partidas de cerca de um minuto</a:t>
            </a:r>
          </a:p>
          <a:p xmlns:a="http://schemas.openxmlformats.org/drawingml/2006/main">
            <a:pPr>
              <a:def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Público: jogadores iniciantes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A118D-C266-4F52-8B50-1C591CC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Conceito inicial</a:t>
            </a:r>
          </a:p>
          <a:p xmlns:a="http://schemas.openxmlformats.org/drawingml/2006/main">
            <a:pPr>
              <a:def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Avançar, saltar obstáculos</a:t>
            </a:r>
          </a:p>
          <a:p xmlns:a="http://schemas.openxmlformats.org/drawingml/2006/main">
            <a:pPr>
              <a:def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e conservar o sorvete.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66954-6523-40EC-AB96-8ACF36BD6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1d7a17db742d8"/>
          <a:stretch xmlns:a="http://schemas.openxmlformats.org/drawingml/2006/main"/>
        </p:blipFill>
        <p:spPr>
          <a:xfrm xmlns:a="http://schemas.openxmlformats.org/drawingml/2006/main">
            <a:off x="5629275" y="1763316"/>
            <a:ext cx="5905500" cy="33218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00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E479-EC58-4650-B5DE-CA3BDC0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Regras e controles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22406-C9E6-4B31-B4CC-EF770295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72D34-B559-49A2-B5D9-EB6FCFB3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A barra começa em 100%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Calor: −2 pontos percentuais/s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Impacto: −20 pontos percentuais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Gelo: até +15, limitado a 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C6B53-5FB5-4376-899D-5AC1463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6687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Espaço ou cima: saltar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 ou Esc: pausar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Setas e Enter: menus</a:t>
            </a:r>
          </a:p>
          <a:p xmlns:a="http://schemas.openxmlformats.org/drawingml/2006/main">
            <a:pPr>
              <a:def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F11: tela cheia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93D83-1B98-45C6-939F-1A28ABEC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858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1.800 metros em três trechos</a:t>
            </a:r>
          </a:p>
          <a:p xmlns:a="http://schemas.openxmlformats.org/drawingml/2006/main">
            <a:pPr>
              <a:def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A cada 600 metros, a corrida fica mais rápida</a:t>
            </a:r>
          </a:p>
          <a:p xmlns:a="http://schemas.openxmlformats.org/drawingml/2006/main">
            <a:pPr>
              <a:def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e diminui o espaço entre os obstáculos.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9378-EB3B-422E-B4B8-D8DF855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Chegou com sorvete: vitória. Barra zerada: derrota.</a:t>
            </a:r>
          </a:p>
          <a:p xmlns:a="http://schemas.openxmlformats.org/drawingml/2006/main">
            <a:pPr>
              <a:defRPr sz="18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Pontos = metros inteiros + 100 por gelo.</a:t>
            </a:r>
          </a:p>
        </p:txBody>
      </p:sp>
    </p:spTree>
    <p:extLst>
      <p:ext uri="{BB962C8B-B14F-4D97-AF65-F5344CB8AC3E}">
        <p14:creationId xmlns:p14="http://schemas.microsoft.com/office/powerpoint/2010/main" val="2086348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6A4F-CCC6-4DC9-BABE-DEE9CBF6833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76950" y="21812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5F83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E2FB7-951B-4734-8E29-DE1773CE401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58075" y="1871663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5F83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ACADB-A8FE-4358-9614-7AAEDEF6F67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1871663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5F8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46653-1817-4F7A-A5AA-43F663B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Como o jogo responde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88C1F-9D07-4078-8CF2-8094CEE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ACFFC-2B2D-4D53-9A5E-8C98C5B8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9"/>
          </a:solidFill>
          <a:ln xmlns:a="http://schemas.openxmlformats.org/drawingml/2006/main" w="19050">
            <a:solidFill>
              <a:srgbClr val="275F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1AECF-E34B-4C61-99D0-681C849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621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9"/>
          </a:solidFill>
          <a:ln xmlns:a="http://schemas.openxmlformats.org/drawingml/2006/main" w="19050">
            <a:solidFill>
              <a:srgbClr val="275F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Corrida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8AEE1-D741-48CD-8D60-CF7EEE31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621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9"/>
          </a:solidFill>
          <a:ln xmlns:a="http://schemas.openxmlformats.org/drawingml/2006/main" w="19050">
            <a:solidFill>
              <a:srgbClr val="275F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474B7-E6EB-437A-95A4-2C2CEF4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194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9"/>
          </a:solidFill>
          <a:ln xmlns:a="http://schemas.openxmlformats.org/drawingml/2006/main" w="19050">
            <a:solidFill>
              <a:srgbClr val="275F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Pausa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13693-0660-46E0-B23D-584C63A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00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Iniciar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14914-9462-406A-A4DC-6A44812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2001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Fim / reinício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D1361-1F86-4FC6-AE5A-C71D0892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955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 ou Esc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0722B-5EFC-48C5-AB6A-854CC61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1. Lê as teclas (app.py)</a:t>
            </a:r>
          </a:p>
          <a:p xmlns:a="http://schemas.openxmlformats.org/drawingml/2006/main">
            <a: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2. Calcula movimento, colisões e pontos (run.py e entities.py)</a:t>
            </a:r>
          </a:p>
          <a:p xmlns:a="http://schemas.openxmlformats.org/drawingml/2006/main">
            <a: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3. Desenha a tela de novo (graphics.py)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1FD40-370A-4E1B-9F19-A5989D2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Colisão: compara caixas invisíveis ao redor dos objetos.</a:t>
            </a:r>
          </a:p>
        </p:txBody>
      </p:sp>
    </p:spTree>
    <p:extLst>
      <p:ext uri="{BB962C8B-B14F-4D97-AF65-F5344CB8AC3E}">
        <p14:creationId xmlns:p14="http://schemas.microsoft.com/office/powerpoint/2010/main" val="1219615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BD4FD-68FF-4030-9B06-DA303D1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Três efeitos que aparecem no jogo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781E1-FA29-4A84-A381-6F62507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F642F-0601-4AF7-BCC6-3B92ACC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Fundo com profundidade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95FFB-DB2D-48F2-A073-8B3D5B5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Parallax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5B5EC-3765-47C6-A347-FF1D4902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144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Desenhos em sequência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95BAC-FD9D-4940-B003-D83A5461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Animação por quadros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7F249-6676-4990-BC17-DEC8990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144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Efeitos que aparecem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709FD-0CB4-4FB6-AD83-0E44570D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5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75F83"/>
                </a:solidFill>
                <a:latin typeface="DejaVu Sans"/>
                <a:ea typeface="DejaVu Sans"/>
                <a:cs typeface="DejaVu Sans"/>
              </a:rPr>
              <a:t>Partículas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06414-B215-4D8B-8436-AA92E78C38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a021f48c4427d"/>
          <a:stretch xmlns:a="http://schemas.openxmlformats.org/drawingml/2006/main"/>
        </p:blipFill>
        <p:spPr>
          <a:xfrm xmlns:a="http://schemas.openxmlformats.org/drawingml/2006/main">
            <a:off x="613833" y="2638425"/>
            <a:ext cx="3420533" cy="19240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CFE32-0D0C-4DC0-84E3-AD720B766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bc3a016054394"/>
          <a:stretch xmlns:a="http://schemas.openxmlformats.org/drawingml/2006/main"/>
        </p:blipFill>
        <p:spPr>
          <a:xfrm xmlns:a="http://schemas.openxmlformats.org/drawingml/2006/main">
            <a:off x="4381500" y="3243263"/>
            <a:ext cx="3429000" cy="7143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0D06F-E880-4606-B96E-D37BAC0E8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4d0949a047a9"/>
          <a:stretch xmlns:a="http://schemas.openxmlformats.org/drawingml/2006/main"/>
        </p:blipFill>
        <p:spPr>
          <a:xfrm xmlns:a="http://schemas.openxmlformats.org/drawingml/2006/main">
            <a:off x="8157633" y="2638425"/>
            <a:ext cx="3420533" cy="1924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41630-AD6B-448C-87B8-75879CE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Nuvens andam devagar.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Lojas andam mais rápido.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Isso dá profundidade.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ED9E9-1C0C-4F25-B8DD-5778C82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8632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A troca de poses faz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o personagem parecer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que está correndo.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6499D-6C22-4A5D-ABE8-503CB9FB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8632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Cristais, faíscas e gotas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aparecem por um instante</a:t>
            </a:r>
          </a:p>
          <a:p xmlns:a="http://schemas.openxmlformats.org/drawingml/2006/main">
            <a:pPr>
              <a:def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e depois somem.</a:t>
            </a:r>
          </a:p>
        </p:txBody>
      </p:sp>
    </p:spTree>
    <p:extLst>
      <p:ext uri="{BB962C8B-B14F-4D97-AF65-F5344CB8AC3E}">
        <p14:creationId xmlns:p14="http://schemas.microsoft.com/office/powerpoint/2010/main" val="247656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F4CCB-67D3-4B97-A074-559F379B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Evolução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4CD3B-252B-44AB-B0A8-E056EAEA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7378A-DB14-4990-BE4D-4DCC82BA9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0820161fc4dbb"/>
          <a:stretch xmlns:a="http://schemas.openxmlformats.org/drawingml/2006/main"/>
        </p:blipFill>
        <p:spPr>
          <a:xfrm xmlns:a="http://schemas.openxmlformats.org/drawingml/2006/main">
            <a:off x="609600" y="1897261"/>
            <a:ext cx="3429000" cy="2025253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ABF7A-F56F-491F-B4D7-66A9C7419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9f7249dac412f"/>
          <a:stretch xmlns:a="http://schemas.openxmlformats.org/drawingml/2006/main"/>
        </p:blipFill>
        <p:spPr>
          <a:xfrm xmlns:a="http://schemas.openxmlformats.org/drawingml/2006/main">
            <a:off x="4381500" y="2009977"/>
            <a:ext cx="3429000" cy="1799821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20C57-A5BE-455A-BD0A-3A9AB9BD2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5bd1e03974727"/>
          <a:stretch xmlns:a="http://schemas.openxmlformats.org/drawingml/2006/main"/>
        </p:blipFill>
        <p:spPr>
          <a:xfrm xmlns:a="http://schemas.openxmlformats.org/drawingml/2006/main">
            <a:off x="8153400" y="1945481"/>
            <a:ext cx="3429000" cy="19288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E8CA-941B-4DB6-99BB-2479783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Protótipo</a:t>
            </a:r>
          </a:p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Captura no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693FB-F244-427F-AE7A-17D5548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95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Revisão visual</a:t>
            </a:r>
          </a:p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Captura no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68031-58C1-4583-9704-7C41B8F1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95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Versão atual</a:t>
            </a:r>
          </a:p>
          <a:p xmlns:a="http://schemas.openxmlformats.org/drawingml/2006/main">
            <a:pPr>
              <a:def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Cena do renderizador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A315F-FF35-4478-8AB0-3D569BA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Melhorias: nitidez, instruções, rosto do cliente e música.</a:t>
            </a:r>
          </a:p>
        </p:txBody>
      </p:sp>
    </p:spTree>
    <p:extLst>
      <p:ext uri="{BB962C8B-B14F-4D97-AF65-F5344CB8AC3E}">
        <p14:creationId xmlns:p14="http://schemas.microsoft.com/office/powerpoint/2010/main" val="459494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102C4-B919-49DD-89CB-8F40F4F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Demonstração do jogo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E2D6A-F27B-4820-89F6-E6BAAF5B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77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057A1-8E63-4E6F-A937-2C2F66772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56c33e60845e0"/>
          <a:stretch xmlns:a="http://schemas.openxmlformats.org/drawingml/2006/main"/>
        </p:blipFill>
        <p:spPr>
          <a:xfrm xmlns:a="http://schemas.openxmlformats.org/drawingml/2006/main">
            <a:off x="609600" y="13823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BB3A3-FE65-44B5-B272-B903B11B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3857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Corrida, coleta e impacto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Fundo, personagem e efeitos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Pausa, Áudio e reinício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69F05-E741-4263-98DF-0EF8381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Concepção: Daniel, John e Lucas. Testes no Windows: Daniel.</a:t>
            </a:r>
          </a:p>
          <a:p xmlns:a="http://schemas.openxmlformats.org/drawingml/2006/main">
            <a: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IA: geração de grande parte do código e apoio aos materiais (ChatGPT/Codex).</a:t>
            </a:r>
          </a:p>
          <a:p xmlns:a="http://schemas.openxmlformats.org/drawingml/2006/main">
            <a:pPr>
              <a:def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149"/>
                </a:solidFill>
                <a:latin typeface="DejaVu Sans"/>
                <a:ea typeface="DejaVu Sans"/>
                <a:cs typeface="DejaVu Sans"/>
              </a:rPr>
              <a:t>Música: House In a Forest Loop, HorrorPen, CC BY 3.0.</a:t>
            </a:r>
          </a:p>
        </p:txBody>
      </p:sp>
    </p:spTree>
    <p:extLst>
      <p:ext uri="{BB962C8B-B14F-4D97-AF65-F5344CB8AC3E}">
        <p14:creationId xmlns:p14="http://schemas.microsoft.com/office/powerpoint/2010/main" val="606047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2026-10-15T16:16:02.1230000Z</dcterms:created>
  <dcterms:modified xsi:type="dcterms:W3CDTF">2026-10-15T16:16:02.1240000Z</dcterms:modified>
</coreProperties>
</file>